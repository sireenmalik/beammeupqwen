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5A3E7-41B3-46CB-A01D-AE5442F48DE4}" v="1" dt="2026-08-22T22:50:39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een Malik" userId="192f65855cf53b52" providerId="LiveId" clId="{0889925D-3329-4123-A637-F2CDEEB3DA94}"/>
    <pc:docChg chg="addSld modSld">
      <pc:chgData name="Sireen Malik" userId="192f65855cf53b52" providerId="LiveId" clId="{0889925D-3329-4123-A637-F2CDEEB3DA94}" dt="2026-08-22T22:50:39.301" v="0"/>
      <pc:docMkLst>
        <pc:docMk/>
      </pc:docMkLst>
      <pc:sldChg chg="add">
        <pc:chgData name="Sireen Malik" userId="192f65855cf53b52" providerId="LiveId" clId="{0889925D-3329-4123-A637-F2CDEEB3DA94}" dt="2026-08-22T22:50:39.301" v="0"/>
        <pc:sldMkLst>
          <pc:docMk/>
          <pc:sldMk cId="0" sldId="266"/>
        </pc:sldMkLst>
      </pc:sldChg>
      <pc:sldChg chg="add">
        <pc:chgData name="Sireen Malik" userId="192f65855cf53b52" providerId="LiveId" clId="{0889925D-3329-4123-A637-F2CDEEB3DA94}" dt="2026-08-22T22:50:39.301" v="0"/>
        <pc:sldMkLst>
          <pc:docMk/>
          <pc:sldMk cId="0" sldId="267"/>
        </pc:sldMkLst>
      </pc:sldChg>
      <pc:sldChg chg="add">
        <pc:chgData name="Sireen Malik" userId="192f65855cf53b52" providerId="LiveId" clId="{0889925D-3329-4123-A637-F2CDEEB3DA94}" dt="2026-08-22T22:50:39.301" v="0"/>
        <pc:sldMkLst>
          <pc:docMk/>
          <pc:sldMk cId="0" sldId="268"/>
        </pc:sldMkLst>
      </pc:sldChg>
      <pc:sldChg chg="add">
        <pc:chgData name="Sireen Malik" userId="192f65855cf53b52" providerId="LiveId" clId="{0889925D-3329-4123-A637-F2CDEEB3DA94}" dt="2026-08-22T22:50:39.301" v="0"/>
        <pc:sldMkLst>
          <pc:docMk/>
          <pc:sldMk cId="0" sldId="269"/>
        </pc:sldMkLst>
      </pc:sldChg>
      <pc:sldChg chg="add">
        <pc:chgData name="Sireen Malik" userId="192f65855cf53b52" providerId="LiveId" clId="{0889925D-3329-4123-A637-F2CDEEB3DA94}" dt="2026-08-22T22:50:39.301" v="0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fine-tune on a laptop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0.5B model to steer uplink beams as JSON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38912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via LoRA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cloud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of 2  |  Nemotron Nano 4B on GPU is Path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training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Crowd-following uplink beam management rApp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sector has 5 uplink beams pointed at fixed azimuths. Per-beam UE counts arrive every second. The rApp must decide where to point the fan next, and when to widen or split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base model into a rApp that reads per-beam counts and emits one JSON object: fan_center, tilt, action, reason. Nothing else. Every second. Deterministic.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success test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tick, the trained model returns valid JSON, within schema bounds, matching the count-weighted centroid. Formatter tool stays on as the safety net either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one second cadence, temperature 0. Loop stays gated by a Python policy engine.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source, everything runs on a dual core CPU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Qwen2.5-0.5B-Instruct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828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494M params, chat template built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via HuggingFace peft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24871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1-2% params train, adapter is tens of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1455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2.x, CPU wheel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31455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bitsandbytes, no cloud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transformers.Trainer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3803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use_cpu=True, fp32, standard causal LM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462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4622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datasets.Dataset.from_list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44622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JSONs -&gt; chat examples -&gt; tokenized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adapter_model.safetensors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120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 top of base model at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200400" cy="393192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download.pytorch.org/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whl/cpu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peft datasets accelerate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delta: add bitsandbytes, swap MODEL_NAME to nvidia/Nemotron Nano 4B, device_map=auto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 becomes a 3 turn chat: rules, counts,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32320" cy="14173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 every tick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Non-RT RIC rApp steering a fan of uplink beams to follow a moving crowd. You are given per-beam UE counts and the current beam config. Return ONLY one JSON object with keys: fan_center (-49..49), tilt (3..45), action (follow|widen|allocate), reason (short). No prose, no thinking, JSON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132320" cy="105156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per_beam_counts=[1, 4, 12, 6, 2] (beam azimuths [-40, -20, 0, 20, 40] deg); current fan_center=0, tilt=20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7132320" cy="12344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the model learns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0, "tilt": 25, "action": "follow", "reason": "leading the crowd toward the count-weighted centroid"}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config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734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CAUSAL_LM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469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q,k,v,o + MLP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args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69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grad_accum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46920" y="5020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5312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5312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46920" y="5605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4692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apply_chat_template renders the 3 messages into Qwen ChatML, tokenized as one causal LM sequence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adapter fits in the rApp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fenced inside a Python tool boundary. SMO only sees clamped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92608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2.5 + LoRA 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per-beam counts.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values envelope in JSON: fan_center, tilt, action, reason.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inference per tick.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speaks to SMO.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3657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formatter + policy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cages, formats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7355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JSON, reject if malformed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602736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5753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reject unknown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904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fan_center to -49..49, tilt to 3..45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261104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33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smooth trajectory (smoothing only)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590288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5628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reason into audit 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91947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892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SMO wire JSON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1828800"/>
            <a:ext cx="265176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097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+ Orchestration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clamped numeric setpoints in the wire contract (A1, O1, or R1).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LLM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the reason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non-deterministic text.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envelope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3816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wire JSON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only)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values inside a Python tool boundary. The tool builds every wire message that hits SMO. Non-determinism never leaves the tool.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base model was not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knew the concept. It could not hold the contract.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QWEN, PROMPTED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 beam counts, I think the crowd is moving to the right, so we should shift the fan. Here you go: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{"beam_target": 40, "reason": "move towards crowd"}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+ LoRA, VALUES ENVELOPE TO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40, "tilt": 25, "action": "follow", "reason": "leading the crowd toward the count-weighted centroid"}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clamps, drops reason, formats to SMO wire.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wraps JSON in prose. Adapter emits JSON only, every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61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invents keys (beam_target). Adapter locks in exact schema (fan_center, tilt, action, reason).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8371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3717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has no idea about -49..49 or 3..45 bounds. Adapter stays in-range.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126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53126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outputs vary per call, even at temperature 0. Adapter emits the same shape reliably.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788152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7881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Latency+cost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78815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 call: ~500 ms and $. Local Qwen + adapter: ~50 ms, zero marginal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gets you 70%. LoRA bakes the last 30% into the weights, so it holds at 1 second cadence.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in agentic network operations, addressed by one 35 MB file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461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0574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per task = $M and weeks. Frontier API call per decision = $ per resolved incident.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20574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MB adapter per task. Trained on a laptop, free. Cost per new skill drops 3-4 orders of magnitude.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84378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meant shipping training data to a hyperscaler GPU cluster. Non-starter for regulated networks.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843784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loop runs on-prem, on commodity hardware. No data leaves the box. Adapter artifact never touches cloud.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Per-tenant customization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63016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model, one shared behavior. Per-tenant tuning was bespoke engineering.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363016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model in RAM, one lightweight adapter per tenant. Swap in milliseconds. SaaS multi-tenancy for model behavior.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41655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opaque, non-deterministic, drift across releases. Hard to certify for TMF Level 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proposes structured JSON. Python policy engine validates and gates every commit. Versioned, signable, rollback-able.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5202936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520293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ships demos. Executives push back with 'how does this become a product?'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520293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commodity. Skills = versioned adapters on a shelf. Runtime = generic server. Safety = deterministic wrapper. Shippable.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make agentic network operations a product line, not a research demo.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owe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between this proof and a production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scale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synthetic ticks proved the pipeline. It did not prove skill on real crowd behavior across sectors, weather, and events.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ticks from 3 sectors, quarterly refresh cadence, evaluation harness with held-out 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novel inputs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the synthetic pattern. Radial dispersal, sensor dropouts, and adversarial patterns will look novel.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detection features (radial spread, centroid velocity) added to input, plus a novelty router to escalate to the frontier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safety story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exists in ORCA. Not yet integrated with this adapter's output path. No signed audit log yet.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deterministic policy engine at commit, add per-action audit records to the object store, dry-run for 30 days before live commit.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TMF Level 4 certification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4008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enabling infrastructure, not the audited product. TMF IG1253 and IG1326 alignment work still to do.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TMF autonomy levels, run the Level 4 assessment, evidence pack for operator security and compliance reviews.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these gaps is the path from proof of pipeline to shippable rApp.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edge model fast: two different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changes the structure. Quantize changes the precision. They solve different problems.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32004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pieces into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STRUCTURE, not speed.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Qwen base  +  beam-lora adapter  =  2 files
After:   one combined model  =  1 file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Precision unchanged. Size roughly the same. Does NOT retrain. Folds the adapter's math permanently into the base weights.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532120" cy="32004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every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PRECISION, not structure.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each weight stored in 32 bits (FP32)
After:   each weight stored in 4 bits  (FP4)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unchanged, still one model, same knowledge. 8x smaller. Does NOT retrain. Re-encodes the finished numbers at lower precision.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24712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51389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Analogy.  </a:t>
            </a:r>
            <a:r>
              <a:rPr lang="en-US" sz="13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presses a sandwich (bread + filling) into one wrapped unit, same ingredients, one object. Quantize then vacuum-seals it to one-eighth the size, same sandwich, compact and fast to carry. Merge is the prep; quantize is the payoff.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operation retrains the model or changes what it knows. The trained skill in the LoRA adapter is preserved through both.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 this for the beam rApp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decides every tick. Inference latency is the whole game at the edge.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today, and after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91440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FP32 on PyTorch, base + adapter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seconds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the tick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86400" cy="914400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merge: one model, still FP32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~3.5 seconds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adapter overhead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5486400" cy="91440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quantize: FP4 on Ollama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4256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~0.2 to 0.5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425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pace with the tick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cadence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proposes a beam setpoint every tick. If inference is slower than the tick, the beam always acts on stale crowd positions and visibly lags.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not 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this build is on-device, zero token cost. A CPU laptop has no GPU to hide behind, so precision is the lever that buys speed.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0142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 stays zero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2885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keeps everything local. No API, no per-token spend. Faster AND free, versus a frontier API that is fast but metered.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skill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3126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beam-following behavior lives in the adapter. Merge and quantize preserve it. We get speed without giving up the tuning.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247120" cy="6858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clean up the two-file setup, quantize to go from ~4 seconds to under half a second, all on a laptop CPU with zero token cost. Same trained model, production-fast.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Right-size the model. Don't reach for a frontier LLM by default.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small task-tuned model, served locally, is often the right tool for a POC. Faster, cheaper, private, and good enough. This is the pattern and the vocabulary for doing it well.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the crowd-following beam rApp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81528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~9M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81528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trained (LoRA), 1.75%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94376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4-bit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94376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 serving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07224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07224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inference, was ~4s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20072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20072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cost, fully local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C86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  |  Autonomous Networks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When a small model is the right call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task, not to the hype. Most POC tasks are narrow and structured.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29768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Reach for a small task-tuned model when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narrow and well-defined (one skill, fixed schema)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8757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8757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structured (JSON, classification, extraction, routing)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374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need low latency in a control or edge loop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8724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8724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 must be near zero at high 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370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must stay on-prem or on-device (sovereign, private)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8691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8691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want deterministic, repeatable behavior you can gate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is a POC and you need to move fast on cheap hardware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532120" cy="429768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Reserve a frontier model for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reasoning over novel, unseen situations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Broad world knowledge or long-context synthesis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correlation the small model was never trained 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379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cases a tiered system escalates 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inference. Small task-tuned models carry the high-frequency structured work; frontier models handle the long tail of novel reasoning. Route by task, not by default.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vocabulary, said the way the industry says 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the team speaks the same language as the papers, the model cards, and the tooling.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/ foundation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model you start from. Frozen. Example: Qwen2.5-0.5B-Instruct.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base model to a task by training on task data. Full fine-tuning updates all weights.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346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27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Fine-Tuning. Train a tiny fraction of parameters instead of all of them.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4988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Adaptation. The PEFT method here. Learns two small matrices (A, B) as a side-path; base stays frozen. Ships as a ~35MB adapter, not a new full model.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413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(r) and alpha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sizes the adapter (r=16 here). Alpha scales its contribution (alpha/r). Higher rank = more capacity, larger adapter.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the adapter into the base weights: W + (B·A)·(alpha/r). Produces one self-contained model. Structural, not lossy.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523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7797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 weights at lower precision (FP32 → 4-bit). ~8x smaller, much faster. GGUF is the file format; q4_K_M is a common scheme.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37490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model over an API. Ollama and vLLM expose OpenAI-compatible endpoints so app code is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6451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tuned models for routine structured tasks; frontier models for novel reasoning. Route per task.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Multi-LoRA serving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5412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base in memory, many adapters swapped per request. The 'adapter library' pattern for many skills on shared infrastructure.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POC pipeline, end to end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stock base model to a fast, local, task-tuned endpoint. All on a laptop.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 base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instruct model sized to the task. Qwen2.5-0.5B here.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16352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99232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99232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PEFT / LoRA train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99232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a low-rank adapter on task data. Base frozen, ~1.75% of params updated. Minutes on CPU.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6694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6944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66944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adapter into base: one self-contained model. W + (B·A)·scale.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51776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465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34656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Quantize (GGUF)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34656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GGUF, quantize to 4-bit (q4_K_M). ~8x smaller, much faster.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619488" y="1600200"/>
            <a:ext cx="2084832" cy="2743200"/>
          </a:xfrm>
          <a:prstGeom prst="rect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0236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02368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02368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an inference server (Ollama). OpenAI-compatible endpoint. App points at it,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247120" cy="960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artifacts, two stories.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the unmerged adapter for the multi-LoRA 'library of skills on one base' pattern (cloud, multi-tenant). Keep the merged + quantized GGUF for the single-skill fast edge deployment. Merged is for serving one skill; unmerged is for swapping many.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are for speed and packaging; they do not retrain or change what the model learned.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how we build POCs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small, escalate deliberately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7007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smallest model that can do the task. Reach for frontier only when the task genuinely needs open-ended reasoning.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is how we specialize cheaply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6334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base, a small adapter per use case. Train in minutes, ship ~35MB, no full retrain, no giant GPU bill.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369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 + quantize for the fast path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model and drop to 4-bit when you need production latency on modest hardware. Verify quality after quantizing.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serving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endpoints mean the app never hard-codes a vendor. Swap Nemotron-in-the-cloud for Qwen-on-a-laptop by changing one env var.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8720" y="5102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means private and free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54315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inference: no token cost, no data egress, works offline. The unit economics that turn a demo into a product.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a tool, not a default. Right-sizing is an engineering decision we make on purpose.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2972</Words>
  <Application>Microsoft Office PowerPoint</Application>
  <PresentationFormat>Widescreen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Sireen Malik</cp:lastModifiedBy>
  <cp:revision>1</cp:revision>
  <dcterms:created xsi:type="dcterms:W3CDTF">2026-08-22T06:14:13Z</dcterms:created>
  <dcterms:modified xsi:type="dcterms:W3CDTF">2026-08-22T22:51:51Z</dcterms:modified>
</cp:coreProperties>
</file>